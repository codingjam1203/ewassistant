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66" y="3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686800" y="-2286000"/>
            <a:ext cx="6400800" cy="6400800"/>
          </a:xfrm>
          <a:prstGeom prst="ellipse">
            <a:avLst/>
          </a:prstGeom>
          <a:solidFill>
            <a:srgbClr val="2A4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1371600" y="4572000"/>
            <a:ext cx="4572000" cy="4572000"/>
          </a:xfrm>
          <a:prstGeom prst="ellipse">
            <a:avLst/>
          </a:prstGeom>
          <a:solidFill>
            <a:srgbClr val="203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6400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00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Pretendard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676656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Pretendard"/>
              </a:rPr>
              <a:t>N-Click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194560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2D4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1874519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DBEAFE"/>
                </a:solidFill>
                <a:latin typeface="Pretendard"/>
              </a:rPr>
              <a:t>QUICK START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Pretendard"/>
              </a:rPr>
              <a:t>출퇴근보고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Pretendard"/>
              </a:rPr>
              <a:t>빠른 시작 가이드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00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BEAFE"/>
                </a:solidFill>
                <a:latin typeface="Pretendard"/>
              </a:rPr>
              <a:t>퇴근보고 한 번 → EW상신 / 휴가상신 자동 연결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852160"/>
            <a:ext cx="548640" cy="365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CB1E2"/>
                </a:solidFill>
                <a:latin typeface="Pretendard"/>
              </a:rPr>
              <a:t>Internal use  ·  HR임팩트본부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2103120"/>
            <a:ext cx="40233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89520" y="2103120"/>
            <a:ext cx="4023360" cy="4114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754112" y="2240280"/>
            <a:ext cx="128016" cy="128016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973568" y="2240280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193024" y="2240280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58200" y="21488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ewassistant.vercel.app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269748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오늘의 팀 상태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3154680"/>
            <a:ext cx="3474720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001000" y="32918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66760" y="32004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Pretendard"/>
              </a:rPr>
              <a:t>김민재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320040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근무 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63840" y="3794759"/>
            <a:ext cx="3474720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001000" y="3931919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66760" y="3840479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Pretendard"/>
              </a:rPr>
              <a:t>이수진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840479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휴게 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63840" y="4434840"/>
            <a:ext cx="3474720" cy="54864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001000" y="4572000"/>
            <a:ext cx="274320" cy="274320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448056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Pretendard"/>
              </a:rPr>
              <a:t>박지호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448056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미제출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01  · 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기획 의도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EW · 휴가상신을 매번 따로 들어가는 번거로움을 줄이고, 팀 상태를 한 화면에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02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3611880" cy="2926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7889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91840"/>
            <a:ext cx="2880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Pretendard"/>
              </a:rPr>
              <a:t>근로시간 계산이 복잡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28803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야근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시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출근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시간을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09시로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임의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조정해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EW를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상신하</a:t>
            </a:r>
            <a:r>
              <a:rPr lang="ko-KR" altLang="en-US"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고 있으나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,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실제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근로시간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계산이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 xml:space="preserve"> </a:t>
            </a:r>
            <a:r>
              <a:rPr sz="1200" dirty="0" err="1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번거로움</a:t>
            </a:r>
            <a:r>
              <a:rPr sz="1200" dirty="0">
                <a:solidFill>
                  <a:srgbClr val="64748B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423160"/>
            <a:ext cx="3611880" cy="2926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754880" y="27889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0" y="2788920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880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Pretendard"/>
              </a:rPr>
              <a:t>구성원 상태 파악 어려움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14800"/>
            <a:ext cx="28803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dirty="0" err="1">
                <a:solidFill>
                  <a:srgbClr val="64748B"/>
                </a:solidFill>
                <a:latin typeface="Pretendard"/>
              </a:rPr>
              <a:t>근무지·근무형태가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별도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관리되지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않고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,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출퇴근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>/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수정에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대한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알림이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없어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업무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상태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공유에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 xml:space="preserve"> </a:t>
            </a:r>
            <a:r>
              <a:rPr sz="1200" b="0" dirty="0" err="1">
                <a:solidFill>
                  <a:srgbClr val="64748B"/>
                </a:solidFill>
                <a:latin typeface="Pretendard"/>
              </a:rPr>
              <a:t>한계</a:t>
            </a:r>
            <a:r>
              <a:rPr sz="1200" b="0" dirty="0">
                <a:solidFill>
                  <a:srgbClr val="64748B"/>
                </a:solidFill>
                <a:latin typeface="Pretendard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423160"/>
            <a:ext cx="3611880" cy="292608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03920" y="27889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2788920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91840"/>
            <a:ext cx="28803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Pretendard"/>
              </a:rPr>
              <a:t>리더의 누적 시간 관리 부재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114800"/>
            <a:ext cx="28803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구성원의 누적 근로시간과 초과근로 위험을 한눈에 보고 선제적으로 관리할 수단이 부족.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577840"/>
            <a:ext cx="10927080" cy="777240"/>
          </a:xfrm>
          <a:prstGeom prst="roundRect">
            <a:avLst>
              <a:gd name="adj" fmla="val 18000"/>
            </a:avLst>
          </a:prstGeom>
          <a:solidFill>
            <a:srgbClr val="17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Pretendard"/>
              </a:rPr>
              <a:t>→  보다 직관적이고 효율적인 출퇴근·근로시간 관리 환경을 위해 N-Click 개발 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02  ·  DAILY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매일 사용하는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아래 4단계만 알면 충분합니다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03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256032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600200" y="315468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0020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로그인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2011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회사 Google 계정으로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한 번만 로그인 (30일 유지)</a:t>
            </a:r>
          </a:p>
        </p:txBody>
      </p:sp>
      <p:sp>
        <p:nvSpPr>
          <p:cNvPr id="14" name="Oval 13"/>
          <p:cNvSpPr/>
          <p:nvPr/>
        </p:nvSpPr>
        <p:spPr>
          <a:xfrm>
            <a:off x="3255264" y="4251960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429000" y="274320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29000" y="274320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389120" y="3154680"/>
            <a:ext cx="640080" cy="6400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출근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572000"/>
            <a:ext cx="2011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메인 화면 본인 카드에서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출근 버튼 클릭</a:t>
            </a:r>
          </a:p>
        </p:txBody>
      </p:sp>
      <p:sp>
        <p:nvSpPr>
          <p:cNvPr id="21" name="Oval 20"/>
          <p:cNvSpPr/>
          <p:nvPr/>
        </p:nvSpPr>
        <p:spPr>
          <a:xfrm>
            <a:off x="6044184" y="4251960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17920" y="274320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274320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7178040" y="315468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휴게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572000"/>
            <a:ext cx="2011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휴게 버튼 클릭 시 시작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→ 돌아오면 종료</a:t>
            </a:r>
          </a:p>
        </p:txBody>
      </p:sp>
      <p:sp>
        <p:nvSpPr>
          <p:cNvPr id="28" name="Oval 27"/>
          <p:cNvSpPr/>
          <p:nvPr/>
        </p:nvSpPr>
        <p:spPr>
          <a:xfrm>
            <a:off x="8833104" y="4251960"/>
            <a:ext cx="118872" cy="118872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006840" y="2743200"/>
            <a:ext cx="2560320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06840" y="2743200"/>
            <a:ext cx="2560320" cy="7315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66960" y="3154680"/>
            <a:ext cx="640080" cy="6400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66960" y="3154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402336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퇴근 + 바로가기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572000"/>
            <a:ext cx="2011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퇴근보고 작성 → EW상신 화면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자동 복사 + 바로 이동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💡  퇴근보고 끝나면 EW상신 / 휴가상신 페이지로 자동 연결 — 클릭 한 번 절약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03  ·  ONBOARDING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첫 로그인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Google 계정 한 번이면 끝, 30일 자동 유지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04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761488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76148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5176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N-Click 주소 접속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7180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ewassistant.vercel.app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74720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3649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Google 계정으로 로그인 클릭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8503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회사 메일 사용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187952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1879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7822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회사 메일 계정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98264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권한 화면 그대로 진행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01184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0118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79145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이름 입력 + 약관/개인정보 동의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11149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최초 1회만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5614416"/>
            <a:ext cx="457200" cy="4572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561441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50468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관리자 승인 대기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824728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신규 계정에 한함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2606040"/>
            <a:ext cx="4617720" cy="3657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961120" y="310896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0" y="3108960"/>
            <a:ext cx="59436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Pretendard"/>
              </a:rPr>
              <a:t>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840480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Pretendard"/>
              </a:rPr>
              <a:t>N-Click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297680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출퇴근보고 시스템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029200"/>
            <a:ext cx="333756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89520" y="5029200"/>
            <a:ext cx="33375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🔐    Google 계정으로 로그인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04  · 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메인 화면 — 상태 둘러보기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팀원 출퇴근 + 본부 캘린더 일정/휴가까지 한 화면 (1시간마다 자동 동기화)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05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10927080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109270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2587752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587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877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Pretendard"/>
              </a:rPr>
              <a:t>N-Click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87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상태 둘러보기   ·   My Page   ·   전체 제출 내역   ·   EW 바로가기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546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팀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📅 2026-05-06   ·   HR임팩트본부 / 마이스팀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86200"/>
            <a:ext cx="24688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05840" y="3886200"/>
            <a:ext cx="64008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234440" y="406908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34440" y="40690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0507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김민재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59" y="4087368"/>
            <a:ext cx="411480" cy="2286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80359" y="4087368"/>
            <a:ext cx="41148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1">
                <a:solidFill>
                  <a:srgbClr val="1E40AF"/>
                </a:solidFill>
                <a:latin typeface="Pretendard"/>
              </a:rPr>
              <a:t>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2976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Pretendard"/>
              </a:rPr>
              <a:t>마이스팀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" y="46634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34440" y="46634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2563EB"/>
                </a:solidFill>
                <a:latin typeface="Pretendard"/>
              </a:rPr>
              <a:t>출근완료 대기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5074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출근  09:00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3035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퇴근  18:00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📍  ★ 사무실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3886200"/>
            <a:ext cx="24688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11880" y="3886200"/>
            <a:ext cx="64008" cy="1965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840480" y="406908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40480" y="40690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0507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김주영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42976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Pretendard"/>
              </a:rPr>
              <a:t>마이스팀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40480" y="46634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840480" y="46634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0B981"/>
                </a:solidFill>
                <a:latin typeface="Pretendard"/>
              </a:rPr>
              <a:t>근무 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5074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출근  09:00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53035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퇴근  18:00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📍  ★ 사무실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886200"/>
            <a:ext cx="24688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64008" cy="1965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6446520" y="406908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40690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40507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이수진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976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Pretendard"/>
              </a:rPr>
              <a:t>마이스팀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46520" y="46634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46520" y="46634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59E0B"/>
                </a:solidFill>
                <a:latin typeface="Pretendard"/>
              </a:rPr>
              <a:t>휴게 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5074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출근  09:00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3035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퇴근  18:00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📍  ★ 사무실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823960" y="3886200"/>
            <a:ext cx="246888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823960" y="3886200"/>
            <a:ext cx="64008" cy="196596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9052560" y="4069080"/>
            <a:ext cx="411480" cy="41148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052560" y="4069080"/>
            <a:ext cx="411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E40AF"/>
                </a:solidFill>
                <a:latin typeface="Pretendard"/>
              </a:rPr>
              <a:t>박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5480" y="40507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박지호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5480" y="4297680"/>
            <a:ext cx="1645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Pretendard"/>
              </a:rPr>
              <a:t>마이스팀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52560" y="46634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052560" y="4663440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94A3B8"/>
                </a:solidFill>
                <a:latin typeface="Pretendard"/>
              </a:rPr>
              <a:t>미제출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50749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출근  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52560" y="53035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🕒  퇴근  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553212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📍  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6126480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34155"/>
                </a:solidFill>
                <a:latin typeface="Pretendard"/>
              </a:rPr>
              <a:t>카드 색상</a:t>
            </a:r>
          </a:p>
        </p:txBody>
      </p:sp>
      <p:sp>
        <p:nvSpPr>
          <p:cNvPr id="63" name="Oval 62"/>
          <p:cNvSpPr/>
          <p:nvPr/>
        </p:nvSpPr>
        <p:spPr>
          <a:xfrm>
            <a:off x="1737360" y="6181344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938528" y="6126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Pretendard"/>
              </a:rPr>
              <a:t>근무 중</a:t>
            </a:r>
          </a:p>
        </p:txBody>
      </p:sp>
      <p:sp>
        <p:nvSpPr>
          <p:cNvPr id="65" name="Oval 64"/>
          <p:cNvSpPr/>
          <p:nvPr/>
        </p:nvSpPr>
        <p:spPr>
          <a:xfrm>
            <a:off x="3977640" y="6181344"/>
            <a:ext cx="128016" cy="12801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178808" y="6126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Pretendard"/>
              </a:rPr>
              <a:t>출근완료 대기</a:t>
            </a:r>
          </a:p>
        </p:txBody>
      </p:sp>
      <p:sp>
        <p:nvSpPr>
          <p:cNvPr id="67" name="Oval 66"/>
          <p:cNvSpPr/>
          <p:nvPr/>
        </p:nvSpPr>
        <p:spPr>
          <a:xfrm>
            <a:off x="6217920" y="6181344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419088" y="6126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Pretendard"/>
              </a:rPr>
              <a:t>휴게 중</a:t>
            </a:r>
          </a:p>
        </p:txBody>
      </p:sp>
      <p:sp>
        <p:nvSpPr>
          <p:cNvPr id="69" name="Oval 68"/>
          <p:cNvSpPr/>
          <p:nvPr/>
        </p:nvSpPr>
        <p:spPr>
          <a:xfrm>
            <a:off x="8458200" y="6181344"/>
            <a:ext cx="128016" cy="12801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659368" y="61264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Pretendard"/>
              </a:rPr>
              <a:t>미제출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05  ·  CHECK-IN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출근하기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출근보고(예정) → 출근완료(실제) 2단 흐름. 즉시 보고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06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E40AF"/>
                </a:solidFill>
                <a:latin typeface="Pretendard"/>
              </a:rPr>
              <a:t>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0604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출근보고로 예정 등록 → 출근완료로 실제 시각 확정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5351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두 단계 모두 30분 단위 수정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E40AF"/>
                </a:solidFill>
                <a:latin typeface="Pretendard"/>
              </a:rPr>
              <a:t>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4747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근무지 칩 — 사무실 / 재택 / 외근 / 기타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2219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한 줄 추가 + ★로 현재 위치 마커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E40AF"/>
                </a:solidFill>
                <a:latin typeface="Pretendard"/>
              </a:rPr>
              <a:t>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34340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새벽 근무 후엔 어제 날짜로 이동해서 보고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69087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MY PAGE 헤더의 날짜 chevron 사용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120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1E40AF"/>
                </a:solidFill>
                <a:latin typeface="Pretendard"/>
              </a:rPr>
              <a:t>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52120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Pretendard"/>
              </a:rPr>
              <a:t>출근 즉시 Teams에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55955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팀원에게도 자동 공유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2468880"/>
            <a:ext cx="4526280" cy="3840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040880" y="2468880"/>
            <a:ext cx="73152" cy="3840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406640" y="2834640"/>
            <a:ext cx="548640" cy="5486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06640" y="28346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E40AF"/>
                </a:solidFill>
                <a:latin typeface="Pretendard"/>
              </a:rPr>
              <a:t>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85292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Pretendard"/>
              </a:rPr>
              <a:t>김민재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29260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35440" y="2926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3566160"/>
            <a:ext cx="3794760" cy="36576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06640" y="3566160"/>
            <a:ext cx="3794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0B981"/>
                </a:solidFill>
                <a:latin typeface="Pretendard"/>
              </a:rPr>
              <a:t>근무 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16052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Pretendard"/>
              </a:rPr>
              <a:t>🕒  출근  09:00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48056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Pretendard"/>
              </a:rPr>
              <a:t>🕒  퇴근  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800600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4155"/>
                </a:solidFill>
                <a:latin typeface="Pretendard"/>
              </a:rPr>
              <a:t>📍  ★ 사무실 → 재택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06640" y="5349240"/>
            <a:ext cx="1203960" cy="502920"/>
          </a:xfrm>
          <a:prstGeom prst="roundRect">
            <a:avLst>
              <a:gd name="adj" fmla="val 18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06640" y="5349240"/>
            <a:ext cx="1203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0B981"/>
                </a:solidFill>
                <a:latin typeface="Pretendard"/>
              </a:rPr>
              <a:t>✓ 출근완료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702040" y="5349240"/>
            <a:ext cx="1203960" cy="502920"/>
          </a:xfrm>
          <a:prstGeom prst="roundRect">
            <a:avLst>
              <a:gd name="adj" fmla="val 1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02040" y="5349240"/>
            <a:ext cx="1203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Pretendard"/>
              </a:rPr>
              <a:t>☕ 휴게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97440" y="5349240"/>
            <a:ext cx="1203960" cy="502920"/>
          </a:xfrm>
          <a:prstGeom prst="roundRect">
            <a:avLst>
              <a:gd name="adj" fmla="val 18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997440" y="5349240"/>
            <a:ext cx="1203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📋 퇴근보고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06  · 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자리비움 / 휴게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점심이나 잠깐 자리 비울 때 — 휴게시간 자동 기록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07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3832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828800" y="3108960"/>
            <a:ext cx="1005840" cy="100584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3383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0">
                <a:solidFill>
                  <a:srgbClr val="F59E0B"/>
                </a:solidFill>
                <a:latin typeface="Pretendard"/>
              </a:rPr>
              <a:t>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휴게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34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버튼 클릭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3840480"/>
            <a:ext cx="137160" cy="13716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43400" y="2743200"/>
            <a:ext cx="33832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532120" y="3108960"/>
            <a:ext cx="1005840" cy="100584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43400" y="3108960"/>
            <a:ext cx="3383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0">
                <a:solidFill>
                  <a:srgbClr val="2563EB"/>
                </a:solidFill>
                <a:latin typeface="Pretendard"/>
              </a:rPr>
              <a:t>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25196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자리 비움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6634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시간 자동 누적</a:t>
            </a:r>
          </a:p>
        </p:txBody>
      </p:sp>
      <p:sp>
        <p:nvSpPr>
          <p:cNvPr id="19" name="Oval 18"/>
          <p:cNvSpPr/>
          <p:nvPr/>
        </p:nvSpPr>
        <p:spPr>
          <a:xfrm>
            <a:off x="7818120" y="3840480"/>
            <a:ext cx="137160" cy="137160"/>
          </a:xfrm>
          <a:prstGeom prst="ellipse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46720" y="2743200"/>
            <a:ext cx="33832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35440" y="3108960"/>
            <a:ext cx="1005840" cy="1005840"/>
          </a:xfrm>
          <a:prstGeom prst="ellipse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0" y="3108960"/>
            <a:ext cx="33832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0">
                <a:solidFill>
                  <a:srgbClr val="10B981"/>
                </a:solidFill>
                <a:latin typeface="Pretendard"/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251960"/>
            <a:ext cx="3383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휴게 종료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66344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Pretendard"/>
              </a:rPr>
              <a:t>버튼 클릭 → 복귀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5458968" cy="91440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59E0B"/>
                </a:solidFill>
                <a:latin typeface="Pretendard"/>
              </a:rPr>
              <a:t>💡  자동 누적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4360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4155"/>
                </a:solidFill>
                <a:latin typeface="Pretendard"/>
              </a:rPr>
              <a:t>자리비운 시간이 퇴근보고의 휴게시간에 자동 누적됩니다.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5486400"/>
            <a:ext cx="5212080" cy="9144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29400" y="565099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Pretendard"/>
              </a:rPr>
              <a:t>🍱  점심시간은 별도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9436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4155"/>
                </a:solidFill>
                <a:latin typeface="Pretendard"/>
              </a:rPr>
              <a:t>11:30~13:30은 EW 계산기가 자동 처리 — 따로 입력하지 않아도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07  ·  CHECK-OUT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퇴근 보고 작성하기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제출과 동시에 EW상신 페이지로 자동 이동 + 텍스트 자동 복사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08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563EB"/>
                </a:solidFill>
                <a:latin typeface="Pretendard"/>
              </a:rPr>
              <a:t>제출 절차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274320" cy="2743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40AF"/>
                </a:solidFill>
                <a:latin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26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카드의 "퇴근보고 작성" 클릭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355847"/>
            <a:ext cx="274320" cy="2743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7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40AF"/>
                </a:solidFill>
                <a:latin typeface="Pretendar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310127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모달에서 자동 채워진 정보 확인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739895"/>
            <a:ext cx="274320" cy="2743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739895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40AF"/>
                </a:solidFill>
                <a:latin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94175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근무내용 입력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123944"/>
            <a:ext cx="274320" cy="27432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12394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E40AF"/>
                </a:solidFill>
                <a:latin typeface="Pretendar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078224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우측 EW 미리보기 확인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507991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5079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462271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"제출 및 복사하기" 클릭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89204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84632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Pretendard"/>
              </a:rPr>
              <a:t>EW상신 페이지 자동 열림 → Ctrl+V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486400"/>
            <a:ext cx="5303520" cy="77724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5778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Pretendard"/>
              </a:rPr>
              <a:t>✨  자동으로 채워지는 항목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521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Pretendard"/>
              </a:rPr>
              <a:t>출퇴근 시각 · 근무지 타임라인 · 휴게시간   ·   30분 단위로 수정 가능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468880"/>
            <a:ext cx="530352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63640" y="2468880"/>
            <a:ext cx="530352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37960" y="246888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Pretendard"/>
              </a:rPr>
              <a:t>퇴근보고 작성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468880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94A3B8"/>
                </a:solidFill>
                <a:latin typeface="Pretendard"/>
              </a:rPr>
              <a:t>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15468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근무유형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63840" y="3154680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55280" y="3154680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기본근무 등록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3538728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근무장소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63840" y="3538728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955280" y="3538728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★ 사무실 → 재택 (실제 칩 시퀀스)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922776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휴가/반차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63840" y="3922776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955280" y="39227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없음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4306824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출근/퇴근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63840" y="4306824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955280" y="4306824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09:00  →  18:00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690872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휴게시간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63840" y="4690872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55280" y="4690872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01:00  (자동)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5074920"/>
            <a:ext cx="1280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근무내용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63840" y="5074920"/>
            <a:ext cx="3611880" cy="292608"/>
          </a:xfrm>
          <a:prstGeom prst="roundRect">
            <a:avLst>
              <a:gd name="adj" fmla="val 18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955280" y="5074920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0F172A"/>
                </a:solidFill>
                <a:latin typeface="Pretendard"/>
              </a:rPr>
              <a:t>보안 패치 + 가이드 작성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37960" y="5532120"/>
            <a:ext cx="4754880" cy="411480"/>
          </a:xfrm>
          <a:prstGeom prst="roundRect">
            <a:avLst>
              <a:gd name="adj" fmla="val 18000"/>
            </a:avLst>
          </a:prstGeom>
          <a:solidFill>
            <a:srgbClr val="EFF6FF"/>
          </a:solidFill>
          <a:ln w="9525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5120" y="55321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E40AF"/>
                </a:solidFill>
                <a:latin typeface="Pretendard"/>
              </a:rPr>
              <a:t>EW 미리보기   ·   실근무 8.0   /   휴게 1.0   /   EW = 8.0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537960" y="5989320"/>
            <a:ext cx="4754880" cy="365760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537960" y="5989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</a:rPr>
              <a:t>📋   제출 → EW상신 자동 이동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08  ·  LEAVE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휴가 / 반차 자동 인식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본부별 캘린더 시트 1시간마다 자동 동기화 — N-Click 별도 입력 불필요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09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545896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" y="2788920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F43F5E"/>
                </a:solidFill>
                <a:latin typeface="Pretendard"/>
              </a:rPr>
              <a:t>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743200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종일 휴가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246120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43F5E"/>
                </a:solidFill>
                <a:latin typeface="Pretendard"/>
              </a:rPr>
              <a:t>8시간 차감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3547872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EW =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468880"/>
            <a:ext cx="545896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7376" y="2788920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7376" y="278892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F59E0B"/>
                </a:solidFill>
                <a:latin typeface="Pretendard"/>
              </a:rPr>
              <a:t>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1816" y="2743200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오전 반차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71816" y="3246120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59E0B"/>
                </a:solidFill>
                <a:latin typeface="Pretendard"/>
              </a:rPr>
              <a:t>4시간 차감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71816" y="3547872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09:00 ~ 13:00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06240"/>
            <a:ext cx="545896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14400" y="4526280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EE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8B5CF6"/>
                </a:solidFill>
                <a:latin typeface="Pretendard"/>
              </a:rPr>
              <a:t>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480560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오후 반차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983480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B5CF6"/>
                </a:solidFill>
                <a:latin typeface="Pretendard"/>
              </a:rPr>
              <a:t>4시간 차감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285232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14:00 ~ 18:00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6" y="4206240"/>
            <a:ext cx="5458968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37376" y="4526280"/>
            <a:ext cx="1051560" cy="10515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37376" y="4526280"/>
            <a:ext cx="10515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2563EB"/>
                </a:solidFill>
                <a:latin typeface="Pretendard"/>
              </a:rPr>
              <a:t>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4480560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0F172A"/>
                </a:solidFill>
                <a:latin typeface="Pretendard"/>
              </a:rPr>
              <a:t>직접 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71816" y="4983480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Pretendard"/>
              </a:rPr>
              <a:t>시간 select 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71816" y="5285232"/>
            <a:ext cx="3767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자유 조정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943600"/>
            <a:ext cx="10927080" cy="457200"/>
          </a:xfrm>
          <a:prstGeom prst="roundRect">
            <a:avLst>
              <a:gd name="adj" fmla="val 18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94360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E40AF"/>
                </a:solidFill>
                <a:latin typeface="Pretendard"/>
              </a:rPr>
              <a:t>💡  장기휴가/당일휴가는 N-Click 보고 불필요 — EW상신만 잘 해주세요. 캘린더 등록만 하면 OK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09  ·  MY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My Page — 내 제출 내역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리스트 / 캘린더뷰 토글 + 행에서 EW상신 다시 열기 / 수정 / 삭제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10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6040"/>
            <a:ext cx="10927080" cy="4114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근무일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0604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근무장소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606040"/>
            <a:ext cx="17830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출퇴근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60604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실근무 / 휴게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06040"/>
            <a:ext cx="8686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60604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606040"/>
            <a:ext cx="13258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Pretendard"/>
              </a:rPr>
              <a:t>액션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017520"/>
            <a:ext cx="10927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1005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05/04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01752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사무실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01752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09:00 ~ 18:00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01752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8.0 /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868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8.0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01752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보안 패치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09860" y="313639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09860" y="313639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2563EB"/>
                </a:solidFill>
                <a:latin typeface="Pretendard"/>
              </a:rPr>
              <a:t>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721340" y="313639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721340" y="313639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59E0B"/>
                </a:solidFill>
                <a:latin typeface="Pretendard"/>
              </a:rPr>
              <a:t>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132820" y="313639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132820" y="313639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43F5E"/>
                </a:solidFill>
                <a:latin typeface="Pretendard"/>
              </a:rPr>
              <a:t>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520440"/>
            <a:ext cx="109270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3520440"/>
            <a:ext cx="1005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05/03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352044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재택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52044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10:00 ~ 19:00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52044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8.0 / 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520440"/>
            <a:ext cx="868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8.0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352044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문서 작성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09860" y="363931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09860" y="363931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2563EB"/>
                </a:solidFill>
                <a:latin typeface="Pretendard"/>
              </a:rPr>
              <a:t>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21340" y="363931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21340" y="363931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59E0B"/>
                </a:solidFill>
                <a:latin typeface="Pretendard"/>
              </a:rPr>
              <a:t>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2820" y="363931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132820" y="363931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43F5E"/>
                </a:solidFill>
                <a:latin typeface="Pretendard"/>
              </a:rPr>
              <a:t>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4023360"/>
            <a:ext cx="1092708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0080" y="4023360"/>
            <a:ext cx="1005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05/02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45920" y="4023360"/>
            <a:ext cx="1097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사무실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4023360"/>
            <a:ext cx="17830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09:00 ~ 17:30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40233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7.5 / 1.0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023360"/>
            <a:ext cx="8686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7.5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402336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Pretendard"/>
              </a:rPr>
              <a:t>회의 + 개발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09860" y="414223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309860" y="414223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2563EB"/>
                </a:solidFill>
                <a:latin typeface="Pretendard"/>
              </a:rPr>
              <a:t>📋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21340" y="414223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721340" y="414223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59E0B"/>
                </a:solidFill>
                <a:latin typeface="Pretendard"/>
              </a:rPr>
              <a:t>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132820" y="4142232"/>
            <a:ext cx="365760" cy="274320"/>
          </a:xfrm>
          <a:prstGeom prst="roundRect">
            <a:avLst>
              <a:gd name="adj" fmla="val 1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1132820" y="414223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43F5E"/>
                </a:solidFill>
                <a:latin typeface="Pretendard"/>
              </a:rPr>
              <a:t>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4526280"/>
            <a:ext cx="1092708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40080" y="5166360"/>
            <a:ext cx="36118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914400" y="54406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14400" y="5440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2563EB"/>
                </a:solidFill>
                <a:latin typeface="Pretendard"/>
              </a:rPr>
              <a:t>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40" y="539496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복사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91640" y="57607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EW 텍스트 클립보드에 복사 → EW 시스템에 붙여넣기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320540" y="5166360"/>
            <a:ext cx="36118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4594860" y="54406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94860" y="5440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F59E0B"/>
                </a:solidFill>
                <a:latin typeface="Pretendard"/>
              </a:rPr>
              <a:t>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72100" y="539496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수정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72100" y="57607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연필 아이콘 → 모달에서 변경 → Teams에도 수정 알림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01000" y="5166360"/>
            <a:ext cx="36118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8275320" y="544068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275320" y="54406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>
                <a:solidFill>
                  <a:srgbClr val="F43F5E"/>
                </a:solidFill>
                <a:latin typeface="Pretendard"/>
              </a:rPr>
              <a:t>🗑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39496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삭제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52560" y="5760720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Pretendard"/>
              </a:rPr>
              <a:t>휴지통 아이콘 → 확인 후 삭제 → Teams에도 삭제 알림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10  · 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058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F172A"/>
                </a:solidFill>
                <a:latin typeface="Pretendard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Pretendard"/>
              </a:rPr>
              <a:t>막힐 때 가장 많이 보는 질문들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25603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4A3B8"/>
                </a:solidFill>
                <a:latin typeface="Pretendard"/>
              </a:rPr>
              <a:t>11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4A3B8"/>
                </a:solidFill>
                <a:latin typeface="Pretendard"/>
              </a:rPr>
              <a:t>N-Click  ·  Quick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23160"/>
            <a:ext cx="5458968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4400" y="269748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594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Pretendard"/>
              </a:rPr>
              <a:t>Q1.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697480"/>
            <a:ext cx="4270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새벽까지 일했는데 어제로 보고하려면?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491032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MY PAGE 헤더의 날짜 좌측 chevron(&lt;)으로 어제 날짜로 이동 → 평소처럼 보고.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6" y="2423160"/>
            <a:ext cx="5458968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437376" y="2697480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37376" y="2697480"/>
            <a:ext cx="594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59E0B"/>
                </a:solidFill>
                <a:latin typeface="Pretendard"/>
              </a:rPr>
              <a:t>Q2.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2697480"/>
            <a:ext cx="4270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제출한 보고 수정하고 싶어요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200400"/>
            <a:ext cx="491032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My Page → 해당 행의 ✏ 아이콘 → 모달 다시 열림 → 수정 후 저장.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96512"/>
            <a:ext cx="5458968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" y="437083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370832"/>
            <a:ext cx="594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0B981"/>
                </a:solidFill>
                <a:latin typeface="Pretendard"/>
              </a:rPr>
              <a:t>Q3.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370832"/>
            <a:ext cx="4270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다른 PC에서 로그인하면 기존 세션 풀려요?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73752"/>
            <a:ext cx="491032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풀리지 않습니다. 각 브라우저는 독립 세션. 한 곳 로그아웃해도 다른 곳 영향 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4096512"/>
            <a:ext cx="5458968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37376" y="4370832"/>
            <a:ext cx="594360" cy="292608"/>
          </a:xfrm>
          <a:prstGeom prst="roundRect">
            <a:avLst>
              <a:gd name="adj" fmla="val 50000"/>
            </a:avLst>
          </a:prstGeom>
          <a:solidFill>
            <a:srgbClr val="EE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37376" y="4370832"/>
            <a:ext cx="594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8B5CF6"/>
                </a:solidFill>
                <a:latin typeface="Pretendard"/>
              </a:rPr>
              <a:t>Q4.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3176" y="4370832"/>
            <a:ext cx="427024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Pretendard"/>
              </a:rPr>
              <a:t>30일 지나면?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873752"/>
            <a:ext cx="491032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64748B"/>
                </a:solidFill>
                <a:latin typeface="Pretendard"/>
              </a:rPr>
              <a:t>자동 로그아웃 → 다시 Google 로그인만 하면 끝.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5486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58064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</a:rPr>
              <a:t>문의 / 도움이 필요할 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DBEAFE"/>
                </a:solidFill>
                <a:latin typeface="Pretendard"/>
              </a:rPr>
              <a:t>시스템 / 계정 / 권한 문의는 사내 메신저로 관리자에게 연락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993</Words>
  <Application>Microsoft Office PowerPoint</Application>
  <PresentationFormat>와이드스크린</PresentationFormat>
  <Paragraphs>290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김재민/마이스팀/NHR</cp:lastModifiedBy>
  <cp:revision>2</cp:revision>
  <dcterms:created xsi:type="dcterms:W3CDTF">2013-01-27T09:14:16Z</dcterms:created>
  <dcterms:modified xsi:type="dcterms:W3CDTF">2026-05-07T02:08:17Z</dcterms:modified>
  <cp:category/>
</cp:coreProperties>
</file>